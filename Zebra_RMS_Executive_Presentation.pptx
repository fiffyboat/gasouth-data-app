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463040"/>
            <a:ext cx="2560320" cy="320040"/>
          </a:xfrm>
          <a:prstGeom prst="roundRect">
            <a:avLst>
              <a:gd name="adj" fmla="val 28571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SPATIAL REVENUE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 RMS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Geo-Enabled Revenue Management &amp; Rate Assessment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spatial governance platform engineered for Metropolitan, Municipal, and District Assemblies (MMDAs). Transforming manual tax collection into verified digital cadastral registers with GPS, photographic evidence, and role-based budget authorization.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56692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Corridor: Ngleshie Amanfro &amp; Kasoa Enclave  |  Ghana Local Governance Act 936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IMPERATIVE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Municipal Revenue Mobilization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Collection Challenges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Ghost Properties &amp; Unregistered Businesses: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Assemblies capture &lt; 30% of actual ground properties due to manual paper ledgers.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Disputed &amp; Duplicate Bills: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GPS ground coordinates, collectors issue conflicting rate demand notices.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Leakage &amp; Ghost Collectors: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collection without cryptographic audit trails and geofence tracking.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Valuation Valuation Delays: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inspectors lack standardized formulas for rateable values and rate imposts.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Zebra RMS Digital Advantage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Spatial Pinpoint (Sub-15m GPS):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rateable asset has verified coordinates and photographic proof.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Geofencing &amp; Zone Control: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are spatially bound to designated sectors; boundary breaches trigger instant alerts.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Separation of Administrative Powers: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 capture ground facts; only the Budget Director assesses valuation &amp; imposts.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Cadastral Fiscal Map: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overview of revenue yields, collection gaps, and certified billings.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Cloud-Native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288036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18 &amp; Vite ultra-fast SPA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Tailwind CSS design system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MapLibre / Leaflet spatial viewer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Camera API &amp; touch photo upload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Offline localStorage autosave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mobile &amp; tablet layout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45920"/>
            <a:ext cx="288036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Node.js &amp; Express REST engine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Auth with role middleware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Multer multi-part file pipeline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Sharp 200x200 thumbnail generator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Rate limiting &amp; Helmet headers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CORS &amp; Vite dev reverse proxy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645920"/>
            <a:ext cx="288036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28600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PostGIS spatial extensions (SRID 4326)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ST_Contains point-in-polygon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ST_DWithin metre-based proximity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pg_trgm fuzzy text similarity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High-fidelity fallback spatial DB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logs &amp; record versioning
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MODULE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Geographic Information Capture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1: INSTANT GPS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GPS Single-Shot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satellite lock using mobile GPS hardware with strict 15-metre accuracy gating. Prevents poor signal readings.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2: PRECISION AVERAGING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Multi-Reading Weighted Average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5 sequential GPS readings with inverse-variance weighting to cancel satellite drift in dense alleys and market stalls.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3: MANUAL PINMAP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645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Pinning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field officers to fine-tune rooftop coordinates or back-alley structures directly on high-resolution OpenStreetMap.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0" y="1371600"/>
            <a:ext cx="3840480" cy="43891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National Standards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0" y="210312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Ghana Post GPS Addressing: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format (e.g. GS-0124-8891, AW-054-3201) captured alongside WGS84 latitude/longitude.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Elevation &amp; Accuracy Tagging: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altitude (meters) and horizontal precision to verify that readings were taken on the ground.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Spatial Duplicates: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alerts collector if a property within 20m has already been recorded.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Zone Assignment &amp; Boundary Geofencing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Boundary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administrators delineate operational zones via GeoJSON polygons (e.g., Ngleshie Amanfro Central, Kasoa New Market, Galilea Enclave) with target quotas.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Territory Assignment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collector account is assigned a designated zone. Field officers carry a spatial boundary mask synchronized with their mobile app.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Point-in-Polygon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coordinate lock, PostGIS ST_Contains compares the point against the collector’s assigned polygon in under 15ms.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0684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Boundary Alert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28346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coordinates fall outside the assigned sector, a soft-warning alert is triggered. Ground capture proceeds, but the record is flagged for supervisor audit.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Unified Municipal Revenue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288036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Property Rates (Cadastral)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 Property Number (UPN)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Valuation Roll Number (LVD)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Building Use Code (RES, COM, MIX, IND)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Rateable Value (GH¢)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 Impost Rate (e.g., 0.005)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Estimated Annual Bill calculation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45920"/>
            <a:ext cx="288036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Operating Permit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 Trade Name &amp; TIN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Self-Learning Business Type list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Fee-Fixing Class autocomplete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Services provided specification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Shopfront / Signboard photograph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Ghana Post Address &amp; Landmark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645920"/>
            <a:ext cx="288036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45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Market Stalls &amp; Tolls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28600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Market Enclave (e.g., Kasoa New Market)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Shed &amp; Stall alphanumeric code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Commodity category (Textiles, Agro, Fish)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Toll frequency (Daily, Weekly, Monthly)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Ratepayer Association membership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Collector cash / ticket batch tracking
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Multi-Role Review &amp; Approval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7259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00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COLLECTOR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0" y="1554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Ground Capture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9019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physical coordinates, ratepayer identity, and evidence photos. Valuation fields are disabled to prevent conflict of interest on site.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07259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1089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SUPERVISOR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0" y="3063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Quality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4107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photos, checks GPS placement on map, verifies physical shopfront, and either endorses (Reviewed), flags (Anomaly), or rejects with comment.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107259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6177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DIRECTOR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0" y="4572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Financial Authorization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49194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access to enter Valuation Number, Use Code, Rateable Value, and Rate Impost. Approves final certification for official MMDA billing.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Audit &amp; Anti-Fraud Controls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Evidence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camera capture &amp; gallery upload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200x200 thumbnail generation (Sharp)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Client-side image preview before upload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Original name, mime type &amp; file size metadata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Cross-origin static asset streaming
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 Protections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ST_DWithin 20m spatial duplicate checks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Trigram string matching for owner &amp; trade names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Geofence zone mismatch warning banner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audit logs on status transitions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Zero-trust password hashing (bcrypt salt 12)
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Analytics, Cadastral Maps &amp; Reporting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CADASTRE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Assets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&amp; Mapped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CERTIFIED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GH¢ 830,000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Rateable Base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 POTENTIAL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GH¢ 4,600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Assessment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2396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GPS ACCURACY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0684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metres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0684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Sub-15m Compliant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10725912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291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MMDA Operational Capabilities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74904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Municipal Coverage Map: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marker rendering supporting 50,000+ points with street &amp; satellite base maps.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CSV Cadastral Export: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approved records with 24 columns for Ministry of Local Government &amp; GIS import.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User Administration: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user management with instant zone assignment, role switches, and account deactivation.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MMDA Revenue Mobilization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Rollout Readiness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10360152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450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Field Deployment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76148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PWA running on any modern smartphone or tablet browser without App Store friction.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10360152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6393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Spatial Cadastre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95020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PostGIS schema capable of ingesting entire municipal districts and synchronizing with LVD rolls.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10360152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8280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Fiscal Governance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51389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separation of powers ensures fair, tamper-evident rates backed by photo evidence and satellite accuracy.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 RMS  •  Empowering Assemblies with Spatial Intelligence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Municipal Revenue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Zebra RMS - Geo-Enabled Revenue Management System</dc:title>
  <dc:subject>PptxGenJS Presentation</dc:subject>
  <dc:creator>Zebra RMS Engineering Team</dc:creator>
  <cp:lastModifiedBy>Zebra RMS Engineering Team</cp:lastModifiedBy>
  <cp:revision>1</cp:revision>
  <dcterms:created xsi:type="dcterms:W3CDTF">2026-10-27T12:35:34Z</dcterms:created>
  <dcterms:modified xsi:type="dcterms:W3CDTF">2026-10-27T12:35:34Z</dcterms:modified>
</cp:coreProperties>
</file>